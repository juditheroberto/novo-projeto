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CEF92B-E0CE-48B2-B9D1-FA9BA908CD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9DA7BF9-D3BA-4192-9152-7ECC800D74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9FA5BD-7965-4653-8B37-6B6D037FB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35F3B-B8D3-4D2B-8EC2-198BDFC5B96B}" type="datetimeFigureOut">
              <a:rPr lang="pt-BR" smtClean="0"/>
              <a:t>15/04/2026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FF7603-2190-4B12-8AA1-29CE716EF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0BCB33C-A64E-4239-99CC-4AA24154F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52D56-AA55-4B03-9EA8-FB3CC4D328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0902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B72E10-528C-4E43-8A2E-5861EE6B3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559EC8-EF0F-417F-A21F-78DC2C0243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B29D917-5426-483B-B1B4-8C46AD068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35F3B-B8D3-4D2B-8EC2-198BDFC5B96B}" type="datetimeFigureOut">
              <a:rPr lang="pt-BR" smtClean="0"/>
              <a:t>15/04/2026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D894F23-C9EE-4F61-8C81-C4359FF10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5B2BCD-7665-48BE-A4EB-C3EBD76A4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52D56-AA55-4B03-9EA8-FB3CC4D328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2094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5294BC-C924-49E2-BE37-EC2BD9B57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D1D8515-E37B-44BA-B347-BBCF28FA5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4BB25B6-4D37-4FDB-BC43-D4A281113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35F3B-B8D3-4D2B-8EC2-198BDFC5B96B}" type="datetimeFigureOut">
              <a:rPr lang="pt-BR" smtClean="0"/>
              <a:t>15/04/2026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AF5F06-D439-4EB0-9B44-380F56BA0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64672F8-8216-460A-88CC-257FC2328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52D56-AA55-4B03-9EA8-FB3CC4D328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0383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22362A-ADCE-4B4C-AAEA-E15551928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158E6B-97AE-4D11-9BA0-1CCCB06D81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7B55814-0D47-4914-9347-F5C701286D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F13AC6A-26B5-425B-92B7-5B606969D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35F3B-B8D3-4D2B-8EC2-198BDFC5B96B}" type="datetimeFigureOut">
              <a:rPr lang="pt-BR" smtClean="0"/>
              <a:t>15/04/2026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87FF2D9-D0A5-4C3B-B54F-0C92A61BE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24F068C-A405-414E-A691-17D201552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52D56-AA55-4B03-9EA8-FB3CC4D328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03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7635D8-FF08-45AE-AFDF-1DBEA6E1B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72153C4-8E4C-4CFB-89B4-5376F76066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C90C89E-DA21-439B-A96D-EC6B48149A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E3AD0E5-5487-4D22-A588-C933DCE3A4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87639A0-C359-46E3-AA61-B04744B574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9E7F373-1393-4D5D-B7AB-C04AB2768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35F3B-B8D3-4D2B-8EC2-198BDFC5B96B}" type="datetimeFigureOut">
              <a:rPr lang="pt-BR" smtClean="0"/>
              <a:t>15/04/2026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65CC305-F497-4F55-974A-5AE88FF32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07C2F6C-B1F2-427E-AB69-3FE39F843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52D56-AA55-4B03-9EA8-FB3CC4D328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5955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5AABA1-923A-4D43-A851-BEB35DE09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F158F11-5529-4997-90E1-F9432E3D6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35F3B-B8D3-4D2B-8EC2-198BDFC5B96B}" type="datetimeFigureOut">
              <a:rPr lang="pt-BR" smtClean="0"/>
              <a:t>15/04/2026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2800178-C545-45D4-A88D-37687B55B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B2D285B-7A17-473D-9944-BCAB1CCE0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52D56-AA55-4B03-9EA8-FB3CC4D328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0760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8310406-4A8D-4741-94C6-E55DE132A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35F3B-B8D3-4D2B-8EC2-198BDFC5B96B}" type="datetimeFigureOut">
              <a:rPr lang="pt-BR" smtClean="0"/>
              <a:t>15/04/2026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41A43B0-B538-4856-83FC-C89538555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DC77A33-B1DF-436A-88EF-D375CD311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52D56-AA55-4B03-9EA8-FB3CC4D328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6950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9F2A6C-930B-44F9-9246-FB259195E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95E1E52-B3B3-4A5C-8A4A-A8DB41A211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5306996-7A11-431D-BBB7-F6F90B70CA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B567F33-5615-44E5-8357-0FB9C8512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35F3B-B8D3-4D2B-8EC2-198BDFC5B96B}" type="datetimeFigureOut">
              <a:rPr lang="pt-BR" smtClean="0"/>
              <a:t>15/04/2026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E28EA5-E10C-4908-B1CE-4329EF8BB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5A2E9A1-0101-4065-AAFE-F5A49BD43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52D56-AA55-4B03-9EA8-FB3CC4D328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9507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308BED-5800-4B58-A172-C225713DC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3AC99F9-14F6-4C79-B9DD-8259F7AE88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E36C580-EA92-450B-AA45-22C6753234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0C5A744-2DA0-4861-AE27-094FD92DA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35F3B-B8D3-4D2B-8EC2-198BDFC5B96B}" type="datetimeFigureOut">
              <a:rPr lang="pt-BR" smtClean="0"/>
              <a:t>15/04/2026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50A474F-8889-424D-9627-D69FCFE0B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26E75BD-26AF-4E46-ABFA-40EF397E8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52D56-AA55-4B03-9EA8-FB3CC4D328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1821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8631F8-5B8B-42A0-B39A-E30038EED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8AEE9DF-76EA-4329-81A7-5853C31809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4E099BE-859D-4EC1-B2DC-63BC14A5D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35F3B-B8D3-4D2B-8EC2-198BDFC5B96B}" type="datetimeFigureOut">
              <a:rPr lang="pt-BR" smtClean="0"/>
              <a:t>15/04/2026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7216FC5-13FD-411B-8464-A68BCA009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E66CD4-177E-4C6D-9076-13CC795EA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52D56-AA55-4B03-9EA8-FB3CC4D328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6268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39DA87B-5B39-4103-AE84-8F13A66047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FFFB94A-A28A-4ABA-939F-BD73DB33D6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A2B6E93-AD31-476A-8884-A1FF16129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35F3B-B8D3-4D2B-8EC2-198BDFC5B96B}" type="datetimeFigureOut">
              <a:rPr lang="pt-BR" smtClean="0"/>
              <a:t>15/04/2026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AFBC39E-E165-4DD3-AE87-86353C044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31CE12-FC17-41E8-B23B-67115F61B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52D56-AA55-4B03-9EA8-FB3CC4D328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7562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32481E9-6892-47E0-B574-34F052D47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EDF3470-70DA-44C7-B00C-E23BA4E5A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85CE4AB-11AA-4306-988D-0BEF9B5E20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835F3B-B8D3-4D2B-8EC2-198BDFC5B96B}" type="datetimeFigureOut">
              <a:rPr lang="pt-BR" smtClean="0"/>
              <a:t>15/04/2026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E8E222-35F5-476A-9663-09873BA189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798EA0D-F0BB-484A-8629-2E794194A3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652D56-AA55-4B03-9EA8-FB3CC4D328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9123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FCD5320-B8D9-4B24-9E13-AD08576DDD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7235" y="571857"/>
            <a:ext cx="5714286" cy="57142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190918F9-D743-4EC1-9F20-8ADCB0185521}"/>
              </a:ext>
            </a:extLst>
          </p:cNvPr>
          <p:cNvSpPr txBox="1"/>
          <p:nvPr/>
        </p:nvSpPr>
        <p:spPr>
          <a:xfrm>
            <a:off x="5172892" y="3143794"/>
            <a:ext cx="1001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ABRACE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93A26FC-855C-4AB4-B7CB-2520D0D22123}"/>
              </a:ext>
            </a:extLst>
          </p:cNvPr>
          <p:cNvSpPr txBox="1"/>
          <p:nvPr/>
        </p:nvSpPr>
        <p:spPr>
          <a:xfrm>
            <a:off x="5673635" y="4058194"/>
            <a:ext cx="1328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ESSA CAUSA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457F41B-D41D-4C2F-9C13-92117C26CF39}"/>
              </a:ext>
            </a:extLst>
          </p:cNvPr>
          <p:cNvSpPr/>
          <p:nvPr/>
        </p:nvSpPr>
        <p:spPr>
          <a:xfrm>
            <a:off x="5332008" y="1095715"/>
            <a:ext cx="1527983" cy="92333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Up">
              <a:avLst/>
            </a:prstTxWarp>
            <a:spAutoFit/>
          </a:bodyPr>
          <a:lstStyle/>
          <a:p>
            <a:pPr algn="ctr"/>
            <a:r>
              <a:rPr lang="pt-BR" sz="7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ONG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2643C3B9-27DF-43AE-B027-86E010A9B426}"/>
              </a:ext>
            </a:extLst>
          </p:cNvPr>
          <p:cNvSpPr/>
          <p:nvPr/>
        </p:nvSpPr>
        <p:spPr>
          <a:xfrm>
            <a:off x="4530052" y="4510929"/>
            <a:ext cx="3615221" cy="92333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Down">
              <a:avLst/>
            </a:prstTxWarp>
            <a:spAutoFit/>
          </a:bodyPr>
          <a:lstStyle/>
          <a:p>
            <a:pPr algn="ctr"/>
            <a:r>
              <a:rPr lang="pt-BR" sz="8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BEM SERVIR</a:t>
            </a:r>
          </a:p>
        </p:txBody>
      </p:sp>
    </p:spTree>
    <p:extLst>
      <p:ext uri="{BB962C8B-B14F-4D97-AF65-F5344CB8AC3E}">
        <p14:creationId xmlns:p14="http://schemas.microsoft.com/office/powerpoint/2010/main" val="134570786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roberto souza</dc:creator>
  <cp:lastModifiedBy>roberto souza</cp:lastModifiedBy>
  <cp:revision>2</cp:revision>
  <dcterms:created xsi:type="dcterms:W3CDTF">2026-04-16T00:49:49Z</dcterms:created>
  <dcterms:modified xsi:type="dcterms:W3CDTF">2026-04-16T00:53:54Z</dcterms:modified>
</cp:coreProperties>
</file>